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12" r:id="rId4"/>
  </p:sldMasterIdLst>
  <p:notesMasterIdLst>
    <p:notesMasterId r:id="rId28"/>
  </p:notesMasterIdLst>
  <p:sldIdLst>
    <p:sldId id="312" r:id="rId5"/>
    <p:sldId id="342" r:id="rId6"/>
    <p:sldId id="288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356" r:id="rId16"/>
    <p:sldId id="289" r:id="rId17"/>
    <p:sldId id="318" r:id="rId18"/>
    <p:sldId id="319" r:id="rId19"/>
    <p:sldId id="343" r:id="rId20"/>
    <p:sldId id="291" r:id="rId21"/>
    <p:sldId id="333" r:id="rId22"/>
    <p:sldId id="352" r:id="rId23"/>
    <p:sldId id="332" r:id="rId24"/>
    <p:sldId id="315" r:id="rId25"/>
    <p:sldId id="344" r:id="rId26"/>
    <p:sldId id="302" r:id="rId27"/>
  </p:sldIdLst>
  <p:sldSz cx="12192000" cy="6858000"/>
  <p:notesSz cx="6858000" cy="9144000"/>
  <p:embeddedFontLst>
    <p:embeddedFont>
      <p:font typeface="Inter" panose="02000503000000020004" pitchFamily="2" charset="0"/>
      <p:regular r:id="rId29"/>
      <p:bold r:id="rId30"/>
      <p:italic r:id="rId31"/>
      <p:boldItalic r:id="rId32"/>
    </p:embeddedFont>
    <p:embeddedFont>
      <p:font typeface="Inter Light" panose="02000403000000020004" pitchFamily="2" charset="0"/>
      <p:regular r:id="rId33"/>
      <p: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83757430-50F8-A54B-919B-A1893C064E0D}">
          <p14:sldIdLst/>
        </p14:section>
        <p14:section name="Title Slides" id="{D3F186D6-FFA7-5D49-8506-D019222D40ED}">
          <p14:sldIdLst>
            <p14:sldId id="312"/>
          </p14:sldIdLst>
        </p14:section>
        <p14:section name="Speakers" id="{B73C48BF-2702-7249-9898-98A644BCDD96}">
          <p14:sldIdLst>
            <p14:sldId id="342"/>
            <p14:sldId id="288"/>
          </p14:sldIdLst>
        </p14:section>
        <p14:section name="Content Slides" id="{F7EAC447-3431-0E40-824A-22DBB2663749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Section Divider Slides" id="{0DA4165C-685C-0A4E-8F46-798F870F2542}">
          <p14:sldIdLst>
            <p14:sldId id="356"/>
          </p14:sldIdLst>
        </p14:section>
        <p14:section name="Specialty Slides" id="{9A1CE0ED-F177-9044-B277-67A6C13CA344}">
          <p14:sldIdLst>
            <p14:sldId id="289"/>
            <p14:sldId id="318"/>
            <p14:sldId id="319"/>
            <p14:sldId id="343"/>
            <p14:sldId id="291"/>
            <p14:sldId id="333"/>
            <p14:sldId id="352"/>
            <p14:sldId id="332"/>
            <p14:sldId id="315"/>
            <p14:sldId id="344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3D6306-2E13-5D63-4506-DD1C3F55E11A}" name="Galvez, Marianna" initials="GM" userId="S::marianna.galvez@teradata.com::3504c309-6431-451c-a7a8-eecdf1dc659b" providerId="AD"/>
  <p188:author id="{D07AFD29-9CD2-F8C3-6375-CB5A3914F120}" name="Jessani, Robin" initials="RJ" userId="S::robin.jessani@teradata.com::9031e7f0-00e1-46ef-90f1-889a42d1a756" providerId="AD"/>
  <p188:author id="{EDC0B176-8015-9D22-32CB-9000DB184DC0}" name="Tonnu, Chanel" initials="TC" userId="S::chanel.tonnu@teradata.com::61a813fe-4542-4c19-9d27-76c17f660d12" providerId="AD"/>
  <p188:author id="{3C212281-420E-6D33-6421-B88C7513C3F1}" name="Schoen, Josh" initials="JS" userId="S::josh.schoen@teradata.com::93e39cdc-39f8-435b-83fa-7a8429b94ea8" providerId="AD"/>
  <p188:author id="{49483095-9CC3-A76B-B3A0-1E0208A82BC3}" name="Haggerty-Villa, Michael" initials="HM" userId="S::michael.haggerty-villa@teradata.com::15ee4ae4-3062-47a0-9f33-45a5a20ae296" providerId="AD"/>
  <p188:author id="{3304F3E1-E8C5-C819-7B00-9B47C406B0B6}" name="Twogood, Chris" initials="" userId="S::chris.twogood@teradata.com::a7653def-3f83-41f1-9c02-1ae23ee79d8d" providerId="AD"/>
  <p188:author id="{EB9A63E8-449E-EF74-6FEB-08E5FB19876F}" name="Stane, Danielle" initials="DS" userId="S::danielle.stane@teradata.com::aad27f56-6d09-4431-b31b-e71f06eb10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/>
    <p:restoredTop sz="94541"/>
  </p:normalViewPr>
  <p:slideViewPr>
    <p:cSldViewPr snapToGrid="0">
      <p:cViewPr varScale="1">
        <p:scale>
          <a:sx n="108" d="100"/>
          <a:sy n="108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A9760-4214-184B-88B6-DECC70BC21F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F4E3E-4C27-ED46-9C74-DC02E66A3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5E003A-D4AB-2D5B-89EA-2EA781E7CE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64922"/>
            <a:ext cx="7734823" cy="2721278"/>
          </a:xfrm>
        </p:spPr>
        <p:txBody>
          <a:bodyPr anchor="b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4459184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4CEDBC4-2B73-BE11-3515-7433E50A35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3" r="51238" b="-12499"/>
          <a:stretch>
            <a:fillRect/>
          </a:stretch>
        </p:blipFill>
        <p:spPr>
          <a:xfrm>
            <a:off x="457200" y="3897960"/>
            <a:ext cx="2565304" cy="559284"/>
          </a:xfrm>
          <a:prstGeom prst="rect">
            <a:avLst/>
          </a:prstGeom>
        </p:spPr>
      </p:pic>
      <p:sp>
        <p:nvSpPr>
          <p:cNvPr id="10" name="Copyright">
            <a:extLst>
              <a:ext uri="{FF2B5EF4-FFF2-40B4-BE49-F238E27FC236}">
                <a16:creationId xmlns:a16="http://schemas.microsoft.com/office/drawing/2014/main" id="{195709D3-8AC0-F79B-EC5A-06BEF22E8023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2026 Teradata. All rights reserved.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7BD0C35-B1E2-7C75-8C57-E6DD9A5DB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43BA52-C964-5122-1800-6049015594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6112268"/>
            <a:ext cx="1546225" cy="29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57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3820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61D8D1-F10E-8A4D-83FE-BCC274C27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438400"/>
            <a:ext cx="83820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28D806F-8B9F-C1CF-CB48-CA68CD1758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88CC6AD-90CE-2919-B04A-3A09234B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1"/>
            <a:ext cx="16637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4117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556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F3C6D3D-BD09-CC5E-35CA-4A69ADAC8C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0817738-9A66-C4EF-EFDD-8AF6EC64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1"/>
            <a:ext cx="16637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329358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360000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AE52E7-5400-332F-DA71-424E131537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D4863EB-E17A-114B-CBF6-D452D10D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1"/>
            <a:ext cx="16637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27119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552297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2D5405-67A0-AD4D-A4B8-BA2CE7E55A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0" y="2438400"/>
            <a:ext cx="55245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8720AE-8183-D393-2790-8BE48E8232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DC3A66-09C0-9DE9-A1ED-4BB09000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1"/>
            <a:ext cx="16637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603743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360000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6A561-E823-ED00-53A1-11B10BBF8FE5}"/>
              </a:ext>
            </a:extLst>
          </p:cNvPr>
          <p:cNvSpPr txBox="1"/>
          <p:nvPr userDrawn="1"/>
        </p:nvSpPr>
        <p:spPr>
          <a:xfrm>
            <a:off x="2161309" y="636962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2D4BE26-F68E-543E-30D7-9AB7D11E5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95C76D01-3FB2-8B79-2E3F-3E4399EAF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1"/>
            <a:ext cx="16637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79212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265176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1CC4E4-8B4D-FF44-8B8B-C41860B786F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6924" y="2438400"/>
            <a:ext cx="2647315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FCB5A8-8D5E-8D44-A724-08344A21D5F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10300" y="2438400"/>
            <a:ext cx="264922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1E9A39-BF26-6444-9BA2-3061D16FEB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2438400"/>
            <a:ext cx="264795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8EDF4C-A290-D4F9-B531-E9934CB54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F9EE1BE-036B-6D06-37FF-426F660D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1"/>
            <a:ext cx="16637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167477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-1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744537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2226FA-A9FB-1BB1-96A5-ADD98F3B1E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90C2370B-4AFE-974F-A695-2F446FD73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1"/>
            <a:ext cx="16637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4595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-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7437438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AAFBC2-4EE5-80D6-0BA9-D119E97178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80AE8A4-EF5C-F606-B573-FBB9FF2C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1"/>
            <a:ext cx="16637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43659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0A33E8A-1D4F-FE41-55D3-12FAA8BC6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7023B8D-8C42-4FD3-5210-FF85BC1E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1"/>
            <a:ext cx="16637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7066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CAF821-996A-5822-1EB8-FFD05848C3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77045"/>
            <a:ext cx="7955280" cy="1998979"/>
          </a:xfrm>
        </p:spPr>
        <p:txBody>
          <a:bodyPr anchor="b" anchorCtr="0"/>
          <a:lstStyle>
            <a:lvl1pPr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43365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2026 Teradata.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D4F1AF-D276-EE32-CB4C-BF518205CC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1AFC98-DDDC-FACD-B89E-B96A0EBDB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1" y="6242367"/>
            <a:ext cx="838200" cy="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11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E52397D-FCB4-531B-CDAD-179DDF2C16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99DC6BC-BBE9-D95E-4276-B947D83A88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4105" r="17973"/>
          <a:stretch>
            <a:fillRect/>
          </a:stretch>
        </p:blipFill>
        <p:spPr>
          <a:xfrm>
            <a:off x="5984239" y="0"/>
            <a:ext cx="6207761" cy="6858000"/>
          </a:xfrm>
          <a:prstGeom prst="rect">
            <a:avLst/>
          </a:prstGeom>
        </p:spPr>
      </p:pic>
      <p:sp>
        <p:nvSpPr>
          <p:cNvPr id="25" name="Thrive Graphic">
            <a:extLst>
              <a:ext uri="{FF2B5EF4-FFF2-40B4-BE49-F238E27FC236}">
                <a16:creationId xmlns:a16="http://schemas.microsoft.com/office/drawing/2014/main" id="{6825D9C4-C0DB-A944-85D9-5DFDB1D34DF9}"/>
              </a:ext>
            </a:extLst>
          </p:cNvPr>
          <p:cNvSpPr/>
          <p:nvPr userDrawn="1"/>
        </p:nvSpPr>
        <p:spPr>
          <a:xfrm>
            <a:off x="0" y="0"/>
            <a:ext cx="9634648" cy="6858000"/>
          </a:xfrm>
          <a:custGeom>
            <a:avLst/>
            <a:gdLst>
              <a:gd name="connsiteX0" fmla="*/ 0 w 9634648"/>
              <a:gd name="connsiteY0" fmla="*/ 0 h 6858000"/>
              <a:gd name="connsiteX1" fmla="*/ 6208684 w 9634648"/>
              <a:gd name="connsiteY1" fmla="*/ 0 h 6858000"/>
              <a:gd name="connsiteX2" fmla="*/ 6326576 w 9634648"/>
              <a:gd name="connsiteY2" fmla="*/ 0 h 6858000"/>
              <a:gd name="connsiteX3" fmla="*/ 6326576 w 9634648"/>
              <a:gd name="connsiteY3" fmla="*/ 2984 h 6858000"/>
              <a:gd name="connsiteX4" fmla="*/ 6384984 w 9634648"/>
              <a:gd name="connsiteY4" fmla="*/ 4462 h 6858000"/>
              <a:gd name="connsiteX5" fmla="*/ 9634648 w 9634648"/>
              <a:gd name="connsiteY5" fmla="*/ 3429000 h 6858000"/>
              <a:gd name="connsiteX6" fmla="*/ 6384984 w 9634648"/>
              <a:gd name="connsiteY6" fmla="*/ 6853539 h 6858000"/>
              <a:gd name="connsiteX7" fmla="*/ 6326576 w 9634648"/>
              <a:gd name="connsiteY7" fmla="*/ 6855017 h 6858000"/>
              <a:gd name="connsiteX8" fmla="*/ 6326576 w 9634648"/>
              <a:gd name="connsiteY8" fmla="*/ 6858000 h 6858000"/>
              <a:gd name="connsiteX9" fmla="*/ 6208684 w 9634648"/>
              <a:gd name="connsiteY9" fmla="*/ 6858000 h 6858000"/>
              <a:gd name="connsiteX10" fmla="*/ 0 w 9634648"/>
              <a:gd name="connsiteY10" fmla="*/ 6858000 h 6858000"/>
              <a:gd name="connsiteX11" fmla="*/ 0 w 9634648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634648" h="6858000">
                <a:moveTo>
                  <a:pt x="0" y="0"/>
                </a:moveTo>
                <a:lnTo>
                  <a:pt x="6208684" y="0"/>
                </a:lnTo>
                <a:lnTo>
                  <a:pt x="6326576" y="0"/>
                </a:lnTo>
                <a:lnTo>
                  <a:pt x="6326576" y="2984"/>
                </a:lnTo>
                <a:lnTo>
                  <a:pt x="6384984" y="4462"/>
                </a:lnTo>
                <a:cubicBezTo>
                  <a:pt x="8195160" y="96301"/>
                  <a:pt x="9634648" y="1594397"/>
                  <a:pt x="9634648" y="3429000"/>
                </a:cubicBezTo>
                <a:cubicBezTo>
                  <a:pt x="9634648" y="5263605"/>
                  <a:pt x="8195160" y="6761699"/>
                  <a:pt x="6384984" y="6853539"/>
                </a:cubicBezTo>
                <a:lnTo>
                  <a:pt x="6326576" y="6855017"/>
                </a:lnTo>
                <a:lnTo>
                  <a:pt x="6326576" y="6858000"/>
                </a:lnTo>
                <a:lnTo>
                  <a:pt x="62086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5836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DDDE9E-5920-B943-8B4E-ECD67EA24B7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2026 Teradata. All rights reserved.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6ACB02-AB85-D0AA-C20A-04F3CC67D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80C798-D102-BEBD-05A1-C1800EA51D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5FC265-7642-7ABF-043A-795E1578EC3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0F8E016-ED74-96CC-29F8-98110E5E44E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F829C2-622B-9A88-30E1-2209B625569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288F378-C54F-CE94-3F0D-134D193593A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9B3BD2F-34B3-06DE-FAD7-2FD3EC246B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2C7184-BFBB-871A-A875-EC159F86F4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1" y="6242367"/>
            <a:ext cx="838200" cy="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6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349E73E-2AF7-0348-AB96-84D73F85CDE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17526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D940363-E143-3A43-A2DE-DA774B0DF21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9086850" y="34290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42B7E8-2C7C-7586-438C-CEA5A99D56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157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0A0D82-461B-E54B-9189-CFAEE99C25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39E6DB29-927F-2944-8437-C2244235DF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7363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0EE8E76B-76B8-7146-B8D3-52D6637531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175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06FAC1-EDBA-0048-80DF-50F1C8E45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1" i="0">
                <a:latin typeface="+mn-lt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>
                <a:latin typeface="+mn-lt"/>
              </a:defRPr>
            </a:lvl2pPr>
            <a:lvl3pPr marL="219456" indent="-109728">
              <a:spcAft>
                <a:spcPts val="400"/>
              </a:spcAft>
              <a:defRPr sz="1400">
                <a:latin typeface="+mn-lt"/>
              </a:defRPr>
            </a:lvl3pPr>
            <a:lvl4pPr marL="329184" indent="-109728">
              <a:spcAft>
                <a:spcPts val="400"/>
              </a:spcAft>
              <a:defRPr sz="1400">
                <a:latin typeface="+mn-lt"/>
              </a:defRPr>
            </a:lvl4pPr>
            <a:lvl5pPr>
              <a:spcAft>
                <a:spcPts val="600"/>
              </a:spcAft>
              <a:defRPr sz="1400">
                <a:latin typeface="+mn-lt"/>
              </a:defRPr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34985FE-79AD-5742-B9D2-00A4AE2CF29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4632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1" i="0">
                <a:latin typeface="+mn-lt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>
                <a:latin typeface="+mn-lt"/>
              </a:defRPr>
            </a:lvl2pPr>
            <a:lvl3pPr marL="219456" indent="-109728">
              <a:spcAft>
                <a:spcPts val="400"/>
              </a:spcAft>
              <a:defRPr sz="1400">
                <a:latin typeface="+mn-lt"/>
              </a:defRPr>
            </a:lvl3pPr>
            <a:lvl4pPr marL="329184" indent="-109728">
              <a:spcAft>
                <a:spcPts val="400"/>
              </a:spcAft>
              <a:defRPr sz="1400">
                <a:latin typeface="+mn-lt"/>
              </a:defRPr>
            </a:lvl4pPr>
            <a:lvl5pPr>
              <a:spcAft>
                <a:spcPts val="600"/>
              </a:spcAft>
              <a:defRPr sz="1400">
                <a:latin typeface="+mn-lt"/>
              </a:defRPr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FEA213B-A804-EB49-B44C-3AB2199109C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32064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1" i="0">
                <a:latin typeface="+mn-lt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>
                <a:latin typeface="+mn-lt"/>
              </a:defRPr>
            </a:lvl2pPr>
            <a:lvl3pPr marL="219456" indent="-109728">
              <a:spcAft>
                <a:spcPts val="400"/>
              </a:spcAft>
              <a:defRPr sz="1400">
                <a:latin typeface="+mn-lt"/>
              </a:defRPr>
            </a:lvl3pPr>
            <a:lvl4pPr marL="329184" indent="-109728">
              <a:spcAft>
                <a:spcPts val="400"/>
              </a:spcAft>
              <a:defRPr sz="1400">
                <a:latin typeface="+mn-lt"/>
              </a:defRPr>
            </a:lvl4pPr>
            <a:lvl5pPr>
              <a:spcAft>
                <a:spcPts val="600"/>
              </a:spcAft>
              <a:defRPr sz="1400">
                <a:latin typeface="+mn-lt"/>
              </a:defRPr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CA56361-C28E-B460-E5B4-B121A2CA05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63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11B74FCF-9B30-9F48-8DD1-890FFF253A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403E45C-B304-2443-9005-D5021190F79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337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612DF03A-89FC-0741-823D-DF7B23871DD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3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7">
            <a:extLst>
              <a:ext uri="{FF2B5EF4-FFF2-40B4-BE49-F238E27FC236}">
                <a16:creationId xmlns:a16="http://schemas.microsoft.com/office/drawing/2014/main" id="{31669BB4-D2F0-F745-A2EB-3A642B2DCC2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868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57FFF7-9D6A-4F49-99C3-5E6DE4E160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0078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46CD1BD-2AE3-B14F-BAC1-192A25CB9D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606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58961D3-B37C-8146-BC5F-AA6DBCDFC16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5134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13A5C6D-A904-5147-A595-DBC94D7A9D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32662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E2D1B-BED7-2842-B31C-459A388153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72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0CA81593-D432-8141-A769-CEF3DE0EB4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337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6629A84-6CF0-B743-82FC-7D911539433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103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33128BF1-DB58-8D40-8F40-06513B4DC92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68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Picture Placeholder 7">
            <a:extLst>
              <a:ext uri="{FF2B5EF4-FFF2-40B4-BE49-F238E27FC236}">
                <a16:creationId xmlns:a16="http://schemas.microsoft.com/office/drawing/2014/main" id="{50F78DE1-F202-5D47-BC77-3D87C5E7595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72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16DF8498-9603-374A-BD3D-3D8ED3688F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337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7">
            <a:extLst>
              <a:ext uri="{FF2B5EF4-FFF2-40B4-BE49-F238E27FC236}">
                <a16:creationId xmlns:a16="http://schemas.microsoft.com/office/drawing/2014/main" id="{0512A737-29F4-F047-8706-FD416E3B442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03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6C3919F5-68FB-9645-981F-911B4761C5A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0868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BFB552EA-68D5-9C4E-84AF-1C457360253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70078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7301CD87-76A1-C040-9A0C-2B465D32A7B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606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2B9C53B-81EB-A748-8D62-11E10A4C368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5134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9E73DF7C-BD9F-854D-99C4-EF0F911018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32662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FF2737-337F-C94C-8CCD-EDBBBF90CC9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572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88EAB263-BD40-724A-A7AA-42191BC143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337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FADB9B56-C8C2-D848-89F7-CADBC54BF4A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103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80FC0408-4D63-7C42-A9B1-E9812ACFC3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0868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973E10F-646C-3589-7BFE-95D4FD2B86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90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F51B41-2065-1688-C20D-012F182971D3}"/>
              </a:ext>
            </a:extLst>
          </p:cNvPr>
          <p:cNvSpPr/>
          <p:nvPr userDrawn="1"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CFE5C-15A2-8449-899A-8B2C49FB660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2026 Teradata. All rights reserved.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48D4DD3-B6DD-0939-F4F2-8A424C2DAC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B07E5D-E266-37E0-0994-79C2D7E12C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1" y="6242367"/>
            <a:ext cx="838200" cy="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45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31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5029201" y="0"/>
            <a:ext cx="716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4EB765E-3233-B7CF-5AB8-6016A41BD6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4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31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CFE5C-15A2-8449-899A-8B2C49FB660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2026 Teradata.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E63C6C4-B437-6DB1-1E59-650B5652FC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A1DE9E-060F-5C99-816C-1DD551CA46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1" y="6242367"/>
            <a:ext cx="838200" cy="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54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31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1FE858-6AA1-E517-7E7A-980C9294F6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086" t="17808" r="127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8D448-20FF-C249-9C63-7D75BBF51067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2026 Teradata.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6F3D15C-A571-80E9-C4E0-FD79284231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C3F001B-2A61-003F-AB67-A625D60CAA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5C436A-5AC0-4787-47B8-EF02B760B7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1" y="6242367"/>
            <a:ext cx="838200" cy="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64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4BDE5-C7DB-349E-37A6-8DE6D6C6D3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tx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tx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CA4F895-DB5F-BDFF-1C3D-D60FB28689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7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22662A-D927-31AF-74FA-6F493E8CE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000" t="16426" r="1812" b="133"/>
          <a:stretch>
            <a:fillRect/>
          </a:stretch>
        </p:blipFill>
        <p:spPr>
          <a:xfrm>
            <a:off x="601824" y="643812"/>
            <a:ext cx="11361575" cy="57421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CE6FE7-6F46-D2B2-38F2-20290AF405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6812" b="27074"/>
          <a:stretch>
            <a:fillRect/>
          </a:stretch>
        </p:blipFill>
        <p:spPr>
          <a:xfrm>
            <a:off x="1" y="0"/>
            <a:ext cx="11361575" cy="50185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8D448-20FF-C249-9C63-7D75BBF51067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2026 Teradata.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6F3D15C-A571-80E9-C4E0-FD79284231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0424" y="1558345"/>
            <a:ext cx="10531152" cy="3537110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1400"/>
              </a:spcAft>
              <a:defRPr sz="44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 algn="ctr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 algn="ctr">
              <a:buNone/>
              <a:defRPr>
                <a:solidFill>
                  <a:schemeClr val="bg1"/>
                </a:solidFill>
              </a:defRPr>
            </a:lvl4pPr>
            <a:lvl5pPr algn="ctr"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203B52-7D9D-6C27-B5F9-A9F653E2A6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1" y="6242367"/>
            <a:ext cx="838200" cy="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61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gn-off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E6565D-0B8D-EA00-A19B-4469659089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086" t="17808" r="127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89380"/>
            <a:ext cx="8272463" cy="914400"/>
          </a:xfrm>
        </p:spPr>
        <p:txBody>
          <a:bodyPr anchor="b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3509966"/>
            <a:ext cx="8272463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E400C-BA34-5E49-9FE5-A80D3832F6BE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2026 Teradata.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E877BD5-9A3C-30B5-2314-70A466A83C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3" r="51238" b="-12499"/>
          <a:stretch>
            <a:fillRect/>
          </a:stretch>
        </p:blipFill>
        <p:spPr>
          <a:xfrm>
            <a:off x="442912" y="3055624"/>
            <a:ext cx="1932644" cy="421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4CE4C0-AD50-EFEB-2539-2A0514145A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1" y="6242367"/>
            <a:ext cx="838200" cy="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32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11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Eyebrow, title, logo, copyright, footer and slide number must sit on top of picture.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18F0B-6718-DE42-B513-8000883024A4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2026 Teradata. All rights reserved.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FC8074-FFF1-3AB8-186E-F564735C4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457201" y="6242367"/>
            <a:ext cx="838200" cy="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68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E27421-0E23-DE26-EABF-7C7E053305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7808" r="1780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A1D979-D405-C161-D927-80ED5BA64F94}"/>
              </a:ext>
            </a:extLst>
          </p:cNvPr>
          <p:cNvSpPr txBox="1"/>
          <p:nvPr userDrawn="1"/>
        </p:nvSpPr>
        <p:spPr>
          <a:xfrm>
            <a:off x="7104185" y="-152986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59EFE-7C5B-75AA-E9DB-79A5BAB9DF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9864" y="3105963"/>
            <a:ext cx="3432272" cy="64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36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F43A41A-DB4E-E66A-8C00-FA22DA0672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17235941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35" imgH="435" progId="TCLayout.ActiveDocument.1">
                  <p:embed/>
                </p:oleObj>
              </mc:Choice>
              <mc:Fallback>
                <p:oleObj name="think-cell Slide" r:id="rId27" imgW="435" imgH="43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43A41A-DB4E-E66A-8C00-FA22DA0672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8A0DC-8F5C-D724-948F-3D1B52FEF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13900" y="6286501"/>
            <a:ext cx="16637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FDF4-B8AE-FB21-F96B-EB46EAF1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286500"/>
            <a:ext cx="457200" cy="3657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54135-788A-351A-C4C5-FF0944C3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14097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E50ED-D8AD-D237-09F7-E36D127D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438400"/>
            <a:ext cx="11277600" cy="350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7D3FF-575E-0A46-B8BB-29F308E25990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2026 Teradata. All rights reserved.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5DE13D-B45F-BBF6-8A1C-49219CD93BA7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57201" y="6242367"/>
            <a:ext cx="838200" cy="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6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90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6" r:id="rId19"/>
    <p:sldLayoutId id="2147483768" r:id="rId20"/>
    <p:sldLayoutId id="2147483786" r:id="rId21"/>
    <p:sldLayoutId id="2147483776" r:id="rId22"/>
    <p:sldLayoutId id="2147483779" r:id="rId23"/>
    <p:sldLayoutId id="2147483782" r:id="rId2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84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">
          <p15:clr>
            <a:srgbClr val="F26B43"/>
          </p15:clr>
        </p15:guide>
        <p15:guide id="3" pos="7392">
          <p15:clr>
            <a:srgbClr val="F26B43"/>
          </p15:clr>
        </p15:guide>
        <p15:guide id="7" orient="horz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145EAD-58D4-7D15-8273-1D8D9E5E8C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D7F3CE-5B5C-C544-9F6C-2C45FFC5F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64922"/>
            <a:ext cx="7734823" cy="2721278"/>
          </a:xfrm>
        </p:spPr>
        <p:txBody>
          <a:bodyPr/>
          <a:lstStyle/>
          <a:p>
            <a:r>
              <a:rPr lang="en-US" dirty="0"/>
              <a:t>Title slide 1 </a:t>
            </a:r>
            <a:br>
              <a:rPr lang="en-US" dirty="0"/>
            </a:br>
            <a:r>
              <a:rPr lang="en-US" dirty="0"/>
              <a:t>navy with</a:t>
            </a:r>
            <a:br>
              <a:rPr lang="en-US" dirty="0"/>
            </a:br>
            <a:r>
              <a:rPr lang="en-US" dirty="0"/>
              <a:t>3 lines maximum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2F790D0-646C-8409-CF45-6BFC373EB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4459184" cy="1143000"/>
          </a:xfrm>
        </p:spPr>
        <p:txBody>
          <a:bodyPr/>
          <a:lstStyle/>
          <a:p>
            <a:r>
              <a:rPr lang="en-US"/>
              <a:t>Name of speaker and job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92D2464-A10D-7E31-0666-61984107CABE}"/>
              </a:ext>
            </a:extLst>
          </p:cNvPr>
          <p:cNvSpPr txBox="1">
            <a:spLocks/>
          </p:cNvSpPr>
          <p:nvPr/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1492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4C499-97CF-36E3-5AD6-02835419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86500"/>
            <a:ext cx="457200" cy="365760"/>
          </a:xfrm>
        </p:spPr>
        <p:txBody>
          <a:bodyPr/>
          <a:lstStyle/>
          <a:p>
            <a:fld id="{0885F5B2-48F7-4F18-A961-C29AAE44EB58}" type="slidenum">
              <a:rPr lang="en-US" smtClean="0"/>
              <a:t>2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7BE524-3E5B-37C8-E762-00526B5A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567A865-5080-7C90-081B-5FFCA5A75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/>
          <a:p>
            <a:r>
              <a:rPr lang="en-US"/>
              <a:t>Agenda slide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BE4862-D93B-A168-8563-F38443C84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A9D10E-D683-6545-92A8-F4F7A9F1971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DB31F883-116D-4AF1-5BF6-E9CECD64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6779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94D3D-0451-9749-8847-A604D797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E92456-87DE-144E-A901-2DFCB825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82D9E-3F95-C84A-B2C6-EDE8C1388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87594-A46E-CD4B-AAF6-184F291B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slide option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7D0DDC-C562-8443-B949-FC65BD1C43C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199" y="1752600"/>
            <a:ext cx="2651760" cy="1371600"/>
          </a:xfrm>
        </p:spPr>
        <p:txBody>
          <a:bodyPr/>
          <a:lstStyle/>
          <a:p>
            <a:r>
              <a:rPr lang="en-US" b="1"/>
              <a:t>1. Level 1 number</a:t>
            </a:r>
          </a:p>
          <a:p>
            <a:pPr lvl="1"/>
            <a:r>
              <a:rPr lang="en-US"/>
              <a:t>Level 2 agenda item or presentation title</a:t>
            </a:r>
          </a:p>
          <a:p>
            <a:pPr lvl="2"/>
            <a:r>
              <a:rPr lang="en-US"/>
              <a:t>Level 3 presenter name,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040149-5572-B545-B07C-8A5B77A0F45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32479" y="1752600"/>
            <a:ext cx="2651760" cy="1371600"/>
          </a:xfrm>
        </p:spPr>
        <p:txBody>
          <a:bodyPr/>
          <a:lstStyle/>
          <a:p>
            <a:r>
              <a:rPr lang="en-US" b="1"/>
              <a:t>2. Inter Bold</a:t>
            </a:r>
          </a:p>
          <a:p>
            <a:pPr lvl="1"/>
            <a:r>
              <a:rPr lang="en-US"/>
              <a:t>Use shift + enter (soft returns) to break lines</a:t>
            </a:r>
          </a:p>
          <a:p>
            <a:pPr lvl="2"/>
            <a:r>
              <a:rPr lang="en-US"/>
              <a:t>Name,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AC883F-4395-EE47-8ADC-FB30DB7F188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07759" y="1752600"/>
            <a:ext cx="2651760" cy="1371600"/>
          </a:xfrm>
        </p:spPr>
        <p:txBody>
          <a:bodyPr/>
          <a:lstStyle/>
          <a:p>
            <a:r>
              <a:rPr lang="en-US" b="1"/>
              <a:t>3.</a:t>
            </a:r>
          </a:p>
          <a:p>
            <a:pPr lvl="1"/>
            <a:r>
              <a:rPr lang="en-US"/>
              <a:t>Add soft returns…</a:t>
            </a:r>
            <a:br>
              <a:rPr lang="en-US"/>
            </a:br>
            <a:endParaRPr lang="en-US"/>
          </a:p>
          <a:p>
            <a:pPr lvl="2"/>
            <a:r>
              <a:rPr lang="en-US"/>
              <a:t>So text levels align across columns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6D30F9D-B528-3B45-A739-9E1976FC13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199" y="3429000"/>
            <a:ext cx="2651760" cy="1371600"/>
          </a:xfrm>
        </p:spPr>
        <p:txBody>
          <a:bodyPr/>
          <a:lstStyle/>
          <a:p>
            <a:r>
              <a:rPr lang="en-US" b="1"/>
              <a:t>4.</a:t>
            </a:r>
          </a:p>
          <a:p>
            <a:pPr lvl="1"/>
            <a:r>
              <a:rPr lang="en-US"/>
              <a:t>Use caution with Inter </a:t>
            </a:r>
            <a:r>
              <a:rPr lang="en-US" err="1"/>
              <a:t>SemiBold</a:t>
            </a:r>
            <a:r>
              <a:rPr lang="en-US"/>
              <a:t> as it is not part of the font theme and may be misinterpreted as Bold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D9AFC29-F52F-F447-8A50-B5BF9AAF26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32479" y="3429000"/>
            <a:ext cx="2651760" cy="1371600"/>
          </a:xfrm>
        </p:spPr>
        <p:txBody>
          <a:bodyPr/>
          <a:lstStyle/>
          <a:p>
            <a:r>
              <a:rPr lang="en-US" b="1"/>
              <a:t>5.</a:t>
            </a:r>
          </a:p>
          <a:p>
            <a:pPr lvl="1"/>
            <a:r>
              <a:rPr lang="en-US"/>
              <a:t>Unfilled placeholders will not project or print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C81D0AB-9307-1347-8EDD-F36AE1266C8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07759" y="3438939"/>
            <a:ext cx="2651760" cy="1371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72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33E961-FA0D-834A-A0E9-8CA1FBC28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7DF2D-55B6-1142-8A91-E02FEF3762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CF95B5-160E-DD4F-84F0-CBC28C846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1-column text only slide</a:t>
            </a:r>
            <a:br>
              <a:rPr lang="en-US"/>
            </a:br>
            <a:r>
              <a:rPr lang="en-US"/>
              <a:t>Slide titles should be 1–2 lines, sentence case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F296AB-11DD-EA4C-8C72-886E6C0D1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This layout is for </a:t>
            </a:r>
            <a:r>
              <a:rPr lang="en-US" b="1"/>
              <a:t>text only</a:t>
            </a:r>
            <a:r>
              <a:rPr lang="en-US"/>
              <a:t>.</a:t>
            </a:r>
          </a:p>
          <a:p>
            <a:r>
              <a:rPr lang="en-US"/>
              <a:t>It has a narrower text placeholder.</a:t>
            </a:r>
          </a:p>
          <a:p>
            <a:r>
              <a:rPr lang="en-US"/>
              <a:t>Avoid running lines of text all the way across a widescreen slide; </a:t>
            </a:r>
            <a:br>
              <a:rPr lang="en-US"/>
            </a:br>
            <a:r>
              <a:rPr lang="en-US"/>
              <a:t>use shift + enter to break lines.</a:t>
            </a:r>
          </a:p>
          <a:p>
            <a:r>
              <a:rPr lang="en-US"/>
              <a:t>Use the </a:t>
            </a:r>
            <a:r>
              <a:rPr lang="en-US" b="1"/>
              <a:t>Increase List Level</a:t>
            </a:r>
            <a:r>
              <a:rPr lang="en-US"/>
              <a:t> button to create bullets and indent text.</a:t>
            </a:r>
          </a:p>
          <a:p>
            <a:r>
              <a:rPr lang="en-US"/>
              <a:t>Avoid using more than three text levels on a slide.</a:t>
            </a:r>
          </a:p>
          <a:p>
            <a:r>
              <a:rPr lang="en-US"/>
              <a:t>All text should be Inter.</a:t>
            </a:r>
          </a:p>
          <a:p>
            <a:endParaRPr lang="en-US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285E6772-F7FA-FD3A-0309-1E142686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57988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7D01FA-7794-8A4E-A66D-B631EF68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5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BC27C-1B92-3345-88F0-2074B9C141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A78CDC-71DF-5C48-AC07-BCCB4E50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1-column content slide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D4A860-BAFD-A841-8677-9D1715541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Level 1 for blocks of copy and introductory sentences.</a:t>
            </a:r>
          </a:p>
          <a:p>
            <a:pPr lvl="1"/>
            <a:r>
              <a:rPr lang="en-US"/>
              <a:t>Level 2 smaller with bullet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 </a:t>
            </a:r>
            <a:r>
              <a:rPr lang="en-US" sz="1100" i="1"/>
              <a:t>(levels 4–9 are rarely used)</a:t>
            </a:r>
          </a:p>
          <a:p>
            <a:pPr lvl="4"/>
            <a:r>
              <a:rPr lang="en-US"/>
              <a:t>Level 5 smaller text sentences.</a:t>
            </a:r>
          </a:p>
          <a:p>
            <a:pPr lvl="5"/>
            <a:r>
              <a:rPr lang="en-US"/>
              <a:t>Level 6 smaller with bullet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 caption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878662B1-5C37-B766-6ED2-90DDA77A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29822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794816-31D6-844C-9B7A-3F49DB1C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D30FD-E711-F44E-864E-CD9AE8ABE3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C8984F-56C0-B743-8089-52737B5D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2-column content slide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1E10D2-416E-6347-AE09-E7A5D1D3E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Content placeholders may contain:</a:t>
            </a:r>
          </a:p>
          <a:p>
            <a:pPr lvl="1"/>
            <a:r>
              <a:rPr lang="en-US"/>
              <a:t>Text</a:t>
            </a:r>
          </a:p>
          <a:p>
            <a:pPr lvl="1"/>
            <a:r>
              <a:rPr lang="en-US"/>
              <a:t>A table</a:t>
            </a:r>
          </a:p>
          <a:p>
            <a:pPr lvl="1"/>
            <a:r>
              <a:rPr lang="en-US"/>
              <a:t>A chart</a:t>
            </a:r>
          </a:p>
          <a:p>
            <a:pPr lvl="1"/>
            <a:r>
              <a:rPr lang="en-US"/>
              <a:t>A SmartArt graphic</a:t>
            </a:r>
          </a:p>
          <a:p>
            <a:pPr lvl="1"/>
            <a:r>
              <a:rPr lang="en-US"/>
              <a:t>A picture</a:t>
            </a:r>
          </a:p>
          <a:p>
            <a:pPr lvl="1"/>
            <a:r>
              <a:rPr lang="en-US"/>
              <a:t>A video</a:t>
            </a:r>
          </a:p>
          <a:p>
            <a:pPr>
              <a:spcBef>
                <a:spcPts val="400"/>
              </a:spcBef>
            </a:pPr>
            <a:r>
              <a:rPr lang="en-US"/>
              <a:t>Click the appropriate icon in the center </a:t>
            </a:r>
            <a:br>
              <a:rPr lang="en-US"/>
            </a:br>
            <a:r>
              <a:rPr lang="en-US"/>
              <a:t>or simply select and start typing.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0C56E3-83FE-0D4F-82E9-F06A9E6E760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034ADB78-FEB0-721E-B314-BA3F2E1B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66431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7C050-BCC7-444F-AA43-4829F439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7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E87C3-0DF9-D043-99B9-90D348A1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037140-875D-1E49-8DC7-CE78C84D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3-column content slide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8CA2E-2EE7-D145-8C70-02EA164A3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Keep copy brief:</a:t>
            </a:r>
          </a:p>
          <a:p>
            <a:pPr lvl="1"/>
            <a:r>
              <a:rPr lang="en-US"/>
              <a:t>If text overflows, either edit it down or break it over multiple slides</a:t>
            </a:r>
          </a:p>
          <a:p>
            <a:pPr lvl="1"/>
            <a:r>
              <a:rPr lang="en-US"/>
              <a:t>Don’t use the AutoFit feature</a:t>
            </a:r>
          </a:p>
          <a:p>
            <a:pPr lvl="1"/>
            <a:r>
              <a:rPr lang="en-US"/>
              <a:t>Limit to one message per slide for better audience retention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158E0-8385-B644-9177-4BFEE62DB77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E4A732-CA74-F246-94C8-F583B159D014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C836376D-11E3-B615-6C3C-47F94C88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0880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C2907E-C6FE-4C46-A866-309A8D4B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8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8393A-EBD1-4D46-9144-C52B34D665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88CB4A-D797-CD47-994B-0F7AED531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4-column content slide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08DEC-CD40-E847-8E92-95A1931C4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Text sizes are slightly smaller in the 4-column layout to accommodate narrower placeholder widths.</a:t>
            </a:r>
          </a:p>
          <a:p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BE87C1-4A59-5945-A1D6-B4990F737D5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978E18-735F-3246-A10A-B6707CF38D96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CFDE64-7079-224F-84DD-20ACBF1B8B46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C8E4564A-607D-7C44-0A0F-60CE01B8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495232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BDCB50-3E1A-8F49-A909-8BC94A40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9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E0A1E-6323-1C44-9FED-DF81325599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8E5F80-A095-5B4B-BA4F-35F449F8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2/3-1/3 content slide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FE180-A113-7A4C-94DF-E1CE1D012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A3C699-BC93-9543-B474-6E597054ADF2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D1C0E44F-D1CE-8EE5-0B1A-9B08012C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94764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BDCB50-3E1A-8F49-A909-8BC94A40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10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ADBA71-21FC-B348-8DAD-D37D3A2F1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8E5F80-A095-5B4B-BA4F-35F449F8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1/3-2/3 content slide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B2DD61-7229-1A49-B0CF-7D1C3A5DE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90C4D2-C01E-B240-814D-D46C791616C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30C4C34-5C44-345F-D7BC-9E0E9F4B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2277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2A8D-92E7-FA41-BF7C-2FB61B7C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19531-3E7B-1F4F-BA1C-A6C882D513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B082C5-D1F0-BC49-BB8E-535B7794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only slide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7C3F7D36-420C-6AF6-4A4F-DD468257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58254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DDF1D-827B-97D0-DD64-B41F13B0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78F35D-89C6-1E22-3407-20AC606F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2E74-C600-3215-9EC4-414444EA3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D36E1B-A804-89C3-B24B-A1D1BC1E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Divider slide 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EF415A-D9F4-C8CF-FFD0-F5EEB6034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Optional subtitle or section information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2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E92456-87DE-144E-A901-2DFCB825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3584635-4E89-0942-A7E0-AC6D56530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87594-A46E-CD4B-AAF6-184F291B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2 slide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7D0DDC-C562-8443-B949-FC65BD1C4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1. Level 1 number</a:t>
            </a:r>
          </a:p>
          <a:p>
            <a:pPr lvl="1"/>
            <a:r>
              <a:rPr lang="en-US"/>
              <a:t>Level 2 agenda item or presentation title</a:t>
            </a:r>
          </a:p>
          <a:p>
            <a:pPr lvl="2"/>
            <a:r>
              <a:rPr lang="en-US"/>
              <a:t>Level 3 presenter name, title</a:t>
            </a:r>
          </a:p>
          <a:p>
            <a:pPr lvl="3"/>
            <a:r>
              <a:rPr lang="en-US"/>
              <a:t>Level 4 duration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040149-5572-B545-B07C-8A5B77A0F45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2.</a:t>
            </a:r>
          </a:p>
          <a:p>
            <a:pPr lvl="1"/>
            <a:r>
              <a:rPr lang="en-US" dirty="0"/>
              <a:t>Use shift + enter (soft returns) to break lines</a:t>
            </a:r>
          </a:p>
          <a:p>
            <a:pPr lvl="2"/>
            <a:r>
              <a:rPr lang="en-US" dirty="0"/>
              <a:t>Name, Title</a:t>
            </a:r>
          </a:p>
          <a:p>
            <a:pPr lvl="3"/>
            <a:r>
              <a:rPr lang="en-US" dirty="0"/>
              <a:t>Optional duration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AC883F-4395-EE47-8ADC-FB30DB7F188D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3.</a:t>
            </a:r>
          </a:p>
          <a:p>
            <a:pPr lvl="1"/>
            <a:r>
              <a:rPr lang="en-US" dirty="0"/>
              <a:t>Add soft returns…</a:t>
            </a:r>
            <a:br>
              <a:rPr lang="en-US" dirty="0"/>
            </a:br>
            <a:endParaRPr lang="en-US" dirty="0"/>
          </a:p>
          <a:p>
            <a:pPr lvl="2"/>
            <a:r>
              <a:rPr lang="en-US" dirty="0"/>
              <a:t>So text levels align across columns</a:t>
            </a:r>
          </a:p>
          <a:p>
            <a:pPr lvl="3"/>
            <a:r>
              <a:rPr lang="en-US" dirty="0"/>
              <a:t>Whenever possible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6D30F9D-B528-3B45-A739-9E1976FC135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4.</a:t>
            </a:r>
          </a:p>
          <a:p>
            <a:pPr lvl="1"/>
            <a:r>
              <a:rPr lang="en-US" dirty="0"/>
              <a:t>Unfilled placeholders will not project or print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9DD1534-E28B-024E-B39F-06079D730D22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US" dirty="0"/>
              <a:t>5.</a:t>
            </a:r>
          </a:p>
          <a:p>
            <a:pPr lvl="1"/>
            <a:r>
              <a:rPr lang="en-US" dirty="0"/>
              <a:t>Agenda layouts may </a:t>
            </a:r>
            <a:br>
              <a:rPr lang="en-US" dirty="0"/>
            </a:br>
            <a:r>
              <a:rPr lang="en-US" dirty="0"/>
              <a:t>also be used as a table </a:t>
            </a:r>
            <a:br>
              <a:rPr lang="en-US" dirty="0"/>
            </a:br>
            <a:r>
              <a:rPr lang="en-US" dirty="0"/>
              <a:t>of contents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19737B4-A65C-FF40-9305-F7AC8DCDEB76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E081ED2-1F33-D549-844A-35CBE2966621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1F0661A-D83E-2343-85E5-CFE117D21513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BE3722B-D08A-5A0B-ECEE-7D154F28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7812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FBEB62-0AFA-A444-ADAB-31ADB4E0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86500"/>
            <a:ext cx="457200" cy="365760"/>
          </a:xfrm>
        </p:spPr>
        <p:txBody>
          <a:bodyPr/>
          <a:lstStyle/>
          <a:p>
            <a:fld id="{0885F5B2-48F7-4F18-A961-C29AAE44EB5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25F0A0D4-9D63-824A-BCC8-3752899B0B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AE5468-8285-8C45-8CD2-6F174B2A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Team 3-up slide 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853FA925-0CC2-0246-9E1B-355BBE49B0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6E17BBBF-668F-4244-97CD-38EFB09B96D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B51D32F9-5A08-FA4B-A32E-51530762F7E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8BD935-5255-9545-8698-A6531A70D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30706"/>
            <a:ext cx="3602736" cy="2312894"/>
          </a:xfrm>
        </p:spPr>
        <p:txBody>
          <a:bodyPr/>
          <a:lstStyle/>
          <a:p>
            <a:r>
              <a:rPr lang="en-US" b="1" dirty="0">
                <a:latin typeface="+mn-lt"/>
              </a:rPr>
              <a:t>Team Member Name Level 1</a:t>
            </a:r>
          </a:p>
          <a:p>
            <a:pPr marL="0" lvl="1" indent="0">
              <a:buNone/>
            </a:pPr>
            <a:r>
              <a:rPr lang="en-US" dirty="0"/>
              <a:t>Team Member Title Level 2 </a:t>
            </a:r>
            <a:br>
              <a:rPr lang="en-US" dirty="0"/>
            </a:br>
            <a:r>
              <a:rPr lang="en-US" dirty="0"/>
              <a:t>(with bullet removed)</a:t>
            </a:r>
          </a:p>
          <a:p>
            <a:pPr lvl="1"/>
            <a:r>
              <a:rPr lang="en-US" dirty="0"/>
              <a:t>Level 2 accomplishments</a:t>
            </a:r>
          </a:p>
          <a:p>
            <a:pPr lvl="2"/>
            <a:r>
              <a:rPr lang="en-US" dirty="0"/>
              <a:t>Level 3</a:t>
            </a:r>
          </a:p>
          <a:p>
            <a:pPr lvl="1"/>
            <a:r>
              <a:rPr lang="en-US" dirty="0"/>
              <a:t>Unfilled placeholders will not </a:t>
            </a:r>
            <a:br>
              <a:rPr lang="en-US" dirty="0"/>
            </a:br>
            <a:r>
              <a:rPr lang="en-US" dirty="0"/>
              <a:t>project or print</a:t>
            </a:r>
          </a:p>
          <a:p>
            <a:pPr lvl="1"/>
            <a:r>
              <a:rPr lang="en-US" dirty="0"/>
              <a:t>Use shift + enter to break lines</a:t>
            </a:r>
          </a:p>
          <a:p>
            <a:pPr lvl="2"/>
            <a:endParaRPr lang="en-US" dirty="0"/>
          </a:p>
          <a:p>
            <a:endParaRPr lang="en-US" dirty="0">
              <a:latin typeface="+mn-lt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7C2FA4-B2F1-574F-BE07-AD8CBC4DFB1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4632" y="3630706"/>
            <a:ext cx="3602736" cy="2312894"/>
          </a:xfrm>
        </p:spPr>
        <p:txBody>
          <a:bodyPr/>
          <a:lstStyle/>
          <a:p>
            <a:r>
              <a:rPr lang="en-US" b="1">
                <a:latin typeface="+mn-lt"/>
              </a:rPr>
              <a:t>Level 1 Inter </a:t>
            </a:r>
            <a:r>
              <a:rPr lang="en-US" b="1" err="1">
                <a:latin typeface="+mn-lt"/>
              </a:rPr>
              <a:t>SemiBold</a:t>
            </a:r>
            <a:endParaRPr lang="en-US" b="1">
              <a:latin typeface="+mn-lt"/>
            </a:endParaRP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61465A10-842A-8E4B-8A4C-EBB70A59201B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E86F430-D922-2AC6-12C9-22138F51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520428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77DD0-250F-0447-ADE2-AE7BBC8C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15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7CC88-BDD7-6E40-9DDA-433857A365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43AFBB-9428-564D-8662-0E04AA4E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8-up slide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53ECD7F-0E91-DC4A-8A18-AF46CAA1CA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8DC9D65-6E4F-3A41-B1D5-F0D9E24807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D1B3D8-88EE-704C-8835-351AD88FA1F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130E61-B657-A147-8987-ABDABFEB662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F154B6-E291-1D4E-BAB7-6F12E24C5B8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8459A4-F33F-3C41-8A2B-E8DC2BE9E4C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Team Member</a:t>
            </a:r>
          </a:p>
          <a:p>
            <a:pPr lvl="1"/>
            <a:r>
              <a:rPr lang="en-US" dirty="0"/>
              <a:t>Member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36334DA-DAB3-3E42-BD83-3CFC18BA2C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D553D1-AFAC-3640-82EB-B3A6C83DB1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94E68C6-E915-F44A-BD73-F8D37664BD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Level 1 accomplishment</a:t>
            </a:r>
          </a:p>
          <a:p>
            <a:pPr lvl="1"/>
            <a:r>
              <a:rPr lang="en-US" dirty="0"/>
              <a:t>Level 2 accomplishment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2FEE91C-3B26-B54B-BE6F-7B503EA8B52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C403B8-ACE4-7945-9AF0-061975C4EED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B58B680-D168-D849-92AF-35B956635D3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F387665-24C4-6F42-B269-C81A7A3D7E0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B181080-13DF-F349-A877-7E7B0A07F3B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42730F1-079F-044F-9F96-90B6DD03488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7192925-C9EA-B04E-914B-F5736292E7B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408DDAB-1E4C-5549-8943-1DB120CB41B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E46EDA0-6623-AA44-83D1-267C380C1DF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527A158-F5C6-4148-806D-36168F395F2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C1249EA-5DAE-0944-9DAC-CE1096D5998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814D6D3-53AA-2D46-8C83-A3BF179F775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F093491-4709-5645-A2BF-E465B7EF24A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895562D-863C-764D-89EC-21D75BABC1B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33515AF-277F-6A4D-8851-03BF8C9C6B0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Footer Placeholder 1">
            <a:extLst>
              <a:ext uri="{FF2B5EF4-FFF2-40B4-BE49-F238E27FC236}">
                <a16:creationId xmlns:a16="http://schemas.microsoft.com/office/drawing/2014/main" id="{8B7B2B72-0919-986C-8099-F8374F5D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74155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55B3EE-D035-0745-4A4A-0FD56AAA1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856DB3-141B-F7CD-51DE-83523951C2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E6D6975-AF3F-C18B-73DE-52017928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Dark with gradient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F4AEFE-0EFE-8EA4-2166-F173FEDB9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913A38-CC03-9349-98CF-43CD25F3A57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A9677DC-67D2-D092-CE70-825684AF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689168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E65DF9-46A0-6040-B3AE-1D04F81A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17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402D91-6C71-F741-8A21-C64A95A7DF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7EE9F6-D983-3943-9C71-F1282B37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Light-dark with gradient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A04738-4165-764D-B586-CD90B8E01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1A329D-2F61-1D40-8620-CE7A31D57C4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80EEACF-9B57-CFDB-3119-B9A45484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42532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17E70C-7CD5-D7C0-8BDA-474BA16B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813233-798D-0DAA-C1AE-2BA72CD42E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888B8-D025-448F-9310-0E33F12DF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“Quote 3 ink-saver slide. Level 1 has </a:t>
            </a:r>
            <a:br>
              <a:rPr lang="en-US" dirty="0"/>
            </a:br>
            <a:r>
              <a:rPr lang="en-US" dirty="0"/>
              <a:t>a hanging indent for quotes. Use curly </a:t>
            </a:r>
            <a:br>
              <a:rPr lang="en-US" dirty="0"/>
            </a:br>
            <a:r>
              <a:rPr lang="en-US" dirty="0"/>
              <a:t>quotes, not inch marks.”</a:t>
            </a:r>
          </a:p>
          <a:p>
            <a:pPr lvl="1"/>
            <a:r>
              <a:rPr lang="en-US" dirty="0"/>
              <a:t>Level 2 for statements.</a:t>
            </a:r>
          </a:p>
          <a:p>
            <a:pPr lvl="2"/>
            <a:r>
              <a:rPr lang="en-US" dirty="0"/>
              <a:t>—Level 3 attribution</a:t>
            </a:r>
          </a:p>
          <a:p>
            <a:pPr lvl="2"/>
            <a:r>
              <a:rPr lang="en-US" dirty="0"/>
              <a:t>Level 4 reference.</a:t>
            </a:r>
          </a:p>
          <a:p>
            <a:pPr lvl="4"/>
            <a:r>
              <a:rPr lang="en-US" dirty="0"/>
              <a:t>Level 5 italic reference.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98B196D-4479-FE94-6918-ED5236B3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36627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04AC19-4183-C61E-02F6-6BA6CE3A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4341B3-F2F2-3461-3FBE-23681667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47F7E-AA28-D532-4D8B-CE4832CBD5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“Quote 3 ink-saver slide. Level 1 has </a:t>
            </a:r>
            <a:br>
              <a:rPr lang="en-US"/>
            </a:br>
            <a:r>
              <a:rPr lang="en-US"/>
              <a:t>a hanging indent for quotes. Use curly </a:t>
            </a:r>
            <a:br>
              <a:rPr lang="en-US"/>
            </a:br>
            <a:r>
              <a:rPr lang="en-US"/>
              <a:t>quotes, not inch marks.”</a:t>
            </a:r>
          </a:p>
          <a:p>
            <a:pPr lvl="1"/>
            <a:r>
              <a:rPr lang="en-US"/>
              <a:t>Level 2 for statements.</a:t>
            </a:r>
          </a:p>
          <a:p>
            <a:pPr lvl="2"/>
            <a:r>
              <a:rPr lang="en-US"/>
              <a:t>—Level 3 attribution</a:t>
            </a:r>
          </a:p>
        </p:txBody>
      </p:sp>
    </p:spTree>
    <p:extLst>
      <p:ext uri="{BB962C8B-B14F-4D97-AF65-F5344CB8AC3E}">
        <p14:creationId xmlns:p14="http://schemas.microsoft.com/office/powerpoint/2010/main" val="3462467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EA1188-A505-9ADA-5764-27C4B123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ADFD87-5EEC-07B8-EE86-8BB183B4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1BDFA4-A219-E6C4-B9D5-DC042A8F6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14E707-FEBA-5048-C327-ACF6F9490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“Quote 3 ink-saver slide. Level 1 has </a:t>
            </a:r>
            <a:br>
              <a:rPr lang="en-US"/>
            </a:br>
            <a:r>
              <a:rPr lang="en-US"/>
              <a:t>a hanging indent for quotes. Use curly </a:t>
            </a:r>
            <a:br>
              <a:rPr lang="en-US"/>
            </a:br>
            <a:r>
              <a:rPr lang="en-US"/>
              <a:t>quotes, not inch marks.”</a:t>
            </a:r>
          </a:p>
          <a:p>
            <a:pPr lvl="1"/>
            <a:r>
              <a:rPr lang="en-US"/>
              <a:t>Level 2 for statements.</a:t>
            </a:r>
          </a:p>
          <a:p>
            <a:pPr lvl="2"/>
            <a:r>
              <a:rPr lang="en-US"/>
              <a:t>—Level 3 attribution</a:t>
            </a:r>
          </a:p>
          <a:p>
            <a:pPr lvl="2"/>
            <a:r>
              <a:rPr lang="en-US"/>
              <a:t>Level 4 reference.</a:t>
            </a:r>
          </a:p>
          <a:p>
            <a:pPr lvl="4"/>
            <a:r>
              <a:rPr lang="en-US"/>
              <a:t>Level 5 italic reference.</a:t>
            </a:r>
          </a:p>
        </p:txBody>
      </p:sp>
    </p:spTree>
    <p:extLst>
      <p:ext uri="{BB962C8B-B14F-4D97-AF65-F5344CB8AC3E}">
        <p14:creationId xmlns:p14="http://schemas.microsoft.com/office/powerpoint/2010/main" val="2327381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078EF98-BF1E-E3B5-2CD9-1D21DBD463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92ED1-695B-494E-9005-0FFC1BA5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86500"/>
            <a:ext cx="457200" cy="365760"/>
          </a:xfrm>
        </p:spPr>
        <p:txBody>
          <a:bodyPr/>
          <a:lstStyle/>
          <a:p>
            <a:fld id="{0885F5B2-48F7-4F18-A961-C29AAE44EB5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4F9865C-6448-A187-ED69-3E9D7DDDEC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9CDC6F-DE09-A14C-83F8-7A9F73E7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Full picture slide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EF0C5D7-2E47-5F4B-9565-C2B7C5E44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DF4F12-8B41-7F41-B49D-0D4692A85782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2026 Teradata. All rights reserved.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77D3EE0-7E41-685D-E25E-943E48E7E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3" b="-22558"/>
          <a:stretch>
            <a:fillRect/>
          </a:stretch>
        </p:blipFill>
        <p:spPr>
          <a:xfrm>
            <a:off x="457200" y="367359"/>
            <a:ext cx="2782711" cy="3980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F66E8-AE2A-762E-C974-0DD995C7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13900" y="6286500"/>
            <a:ext cx="1663700" cy="365125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651817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B4F78B-7718-5C04-1E29-A4382FF4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89380"/>
            <a:ext cx="8272463" cy="914400"/>
          </a:xfrm>
        </p:spPr>
        <p:txBody>
          <a:bodyPr/>
          <a:lstStyle/>
          <a:p>
            <a:r>
              <a:rPr lang="en-US"/>
              <a:t>Sign-off slide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2E7C6D-6C25-8C12-5D69-0F30187C8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3509966"/>
            <a:ext cx="8272463" cy="1513114"/>
          </a:xfrm>
        </p:spPr>
        <p:txBody>
          <a:bodyPr/>
          <a:lstStyle/>
          <a:p>
            <a:r>
              <a:rPr lang="en-US"/>
              <a:t>Optional contact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E9532-EE3A-8C81-50BB-BF16C0EC34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0" y="6286500"/>
            <a:ext cx="457200" cy="365125"/>
          </a:xfrm>
        </p:spPr>
        <p:txBody>
          <a:bodyPr/>
          <a:lstStyle/>
          <a:p>
            <a:fld id="{0885F5B2-48F7-4F18-A961-C29AAE44EB58}" type="slidenum">
              <a:rPr lang="en-US" smtClean="0"/>
              <a:t>22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712A88-9C5D-A8D5-CB9C-8B7ED948A573}"/>
              </a:ext>
            </a:extLst>
          </p:cNvPr>
          <p:cNvSpPr txBox="1"/>
          <p:nvPr/>
        </p:nvSpPr>
        <p:spPr>
          <a:xfrm>
            <a:off x="2158584" y="33128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010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0467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6 Teradata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/>
      <a:lstStyle>
        <a:defPPr algn="l">
          <a:spcAft>
            <a:spcPts val="8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800"/>
          </a:spcAft>
          <a:defRPr/>
        </a:defPPr>
      </a:lstStyle>
    </a:txDef>
  </a:objectDefaults>
  <a:extraClrSchemeLst/>
  <a:custClrLst>
    <a:custClr name="383838">
      <a:srgbClr val="383838"/>
    </a:custClr>
    <a:custClr name="565656">
      <a:srgbClr val="565656"/>
    </a:custClr>
    <a:custClr name="6c6c6c">
      <a:srgbClr val="6C6C6C"/>
    </a:custClr>
    <a:custClr name="888888">
      <a:srgbClr val="888888"/>
    </a:custClr>
    <a:custClr name="a6a6a6">
      <a:srgbClr val="A6A6A6"/>
    </a:custClr>
    <a:custClr name="c4c4c4">
      <a:srgbClr val="C4C4C4"/>
    </a:custClr>
    <a:custClr name="e1e1e1">
      <a:srgbClr val="E1E1E1"/>
    </a:custClr>
    <a:custClr name="f3f3f3">
      <a:srgbClr val="F3F3F3"/>
    </a:custClr>
  </a:custClrLst>
  <a:extLst>
    <a:ext uri="{05A4C25C-085E-4340-85A3-A5531E510DB2}">
      <thm15:themeFamily xmlns:thm15="http://schemas.microsoft.com/office/thememl/2012/main" name="Teradata Branded PowerPoint Template - Internal - MD002743 (1).PPTX" id="{0E6F4944-7CF7-4E49-8596-37EAFAE580F6}" vid="{92CAD1C7-18C7-485A-82F1-93254D02D6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7ed007-bde5-4f7e-b6c8-32e92125dd13" xsi:nil="true"/>
    <lcf76f155ced4ddcb4097134ff3c332f xmlns="28f417b5-ce87-4279-a15f-715ecbb6fe6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4EECBE6E42F548A162CC54EBD002DF" ma:contentTypeVersion="12" ma:contentTypeDescription="Create a new document." ma:contentTypeScope="" ma:versionID="ac02b7d92d841288003f5ba433dff787">
  <xsd:schema xmlns:xsd="http://www.w3.org/2001/XMLSchema" xmlns:xs="http://www.w3.org/2001/XMLSchema" xmlns:p="http://schemas.microsoft.com/office/2006/metadata/properties" xmlns:ns2="28f417b5-ce87-4279-a15f-715ecbb6fe60" xmlns:ns3="707ed007-bde5-4f7e-b6c8-32e92125dd13" targetNamespace="http://schemas.microsoft.com/office/2006/metadata/properties" ma:root="true" ma:fieldsID="0e91dcee681f677fe9a773867a65a428" ns2:_="" ns3:_="">
    <xsd:import namespace="28f417b5-ce87-4279-a15f-715ecbb6fe60"/>
    <xsd:import namespace="707ed007-bde5-4f7e-b6c8-32e92125dd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f417b5-ce87-4279-a15f-715ecbb6fe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b7e52fc-ed11-48d2-9965-243eb72644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7ed007-bde5-4f7e-b6c8-32e92125dd1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5ef336-1aed-48e8-a4b9-cb9c1443f15b}" ma:internalName="TaxCatchAll" ma:showField="CatchAllData" ma:web="6914bfa2-f2b7-47b3-b4ec-814b5ea69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1D1BF5-5045-4D53-8B34-84AE529553C4}">
  <ds:schemaRefs>
    <ds:schemaRef ds:uri="http://purl.org/dc/dcmitype/"/>
    <ds:schemaRef ds:uri="28f417b5-ce87-4279-a15f-715ecbb6fe60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707ed007-bde5-4f7e-b6c8-32e92125dd13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A9779A5-E70D-4CCC-9CCA-875DBD60A9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72B083-BDA6-4326-A46F-93D456F071E1}">
  <ds:schemaRefs>
    <ds:schemaRef ds:uri="28f417b5-ce87-4279-a15f-715ecbb6fe60"/>
    <ds:schemaRef ds:uri="707ed007-bde5-4f7e-b6c8-32e92125dd1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715</Words>
  <Application>Microsoft Office PowerPoint</Application>
  <PresentationFormat>Widescreen</PresentationFormat>
  <Paragraphs>155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Inter Light</vt:lpstr>
      <vt:lpstr>Inter</vt:lpstr>
      <vt:lpstr>Aptos</vt:lpstr>
      <vt:lpstr>2026 Teradata</vt:lpstr>
      <vt:lpstr>think-cell Slide</vt:lpstr>
      <vt:lpstr>Title slide 1  navy with 3 lines maximum</vt:lpstr>
      <vt:lpstr>Agenda slide</vt:lpstr>
      <vt:lpstr>Agenda slide option</vt:lpstr>
      <vt:lpstr>1-column text only slide Slide titles should be 1–2 lines, sentence case</vt:lpstr>
      <vt:lpstr>1-column content slide</vt:lpstr>
      <vt:lpstr>2-column content slide</vt:lpstr>
      <vt:lpstr>3-column content slide</vt:lpstr>
      <vt:lpstr>4-column content slide</vt:lpstr>
      <vt:lpstr>2/3-1/3 content slide</vt:lpstr>
      <vt:lpstr>1/3-2/3 content slide</vt:lpstr>
      <vt:lpstr>Title only slide</vt:lpstr>
      <vt:lpstr>Divider slide 4</vt:lpstr>
      <vt:lpstr>Agenda 2 slide</vt:lpstr>
      <vt:lpstr>Team 3-up slide </vt:lpstr>
      <vt:lpstr>Team 8-up slide</vt:lpstr>
      <vt:lpstr>Dark with gradient</vt:lpstr>
      <vt:lpstr>Light-dark with gradient</vt:lpstr>
      <vt:lpstr>PowerPoint Presentation</vt:lpstr>
      <vt:lpstr>PowerPoint Presentation</vt:lpstr>
      <vt:lpstr>PowerPoint Presentation</vt:lpstr>
      <vt:lpstr>Full picture slide</vt:lpstr>
      <vt:lpstr>Sign-off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Twogood, Chris</dc:creator>
  <cp:lastModifiedBy>Enciso, Ricardo</cp:lastModifiedBy>
  <cp:revision>6</cp:revision>
  <dcterms:created xsi:type="dcterms:W3CDTF">2025-08-04T13:19:12Z</dcterms:created>
  <dcterms:modified xsi:type="dcterms:W3CDTF">2026-04-29T01:11:03Z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0x0101001A4EECBE6E42F548A162CC54EBD002DF</vt:lpwstr>
  </property>
  <property fmtid="{D5CDD505-2E9C-101B-9397-08002B2CF9AE}" pid="3" name="MediaServiceImageTags">
    <vt:lpwstr/>
  </property>
</Properties>
</file>